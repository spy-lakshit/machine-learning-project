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Cardiovascular Disease Prediction and Diagnostic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Multi-Model Machine Learning Approach</a:t>
            </a:r>
          </a:p>
          <a:p/>
          <a:p>
            <a:r>
              <a:t>Presented By</a:t>
            </a:r>
          </a:p>
          <a:p>
            <a:r>
              <a:t>Lakshit Vashishtha, 6th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Health Burden: Cardiovascular diseases (CVDs) remain the leading cause of death globally, necessitating urgent intervention strategies.</a:t>
            </a:r>
          </a:p>
          <a:p>
            <a:r>
              <a:t>Limitations of Manual Diagnosis: Analyzing complex patient vitals manually is time-consuming and prone to human error, which can delay critical treatment.</a:t>
            </a:r>
          </a:p>
          <a:p>
            <a:r>
              <a:t>Technological Necessity: Need a reliable, automated "second opinion" system to identify high-risk patients early and improve diagnostic accuracy.</a:t>
            </a:r>
          </a:p>
          <a:p>
            <a:r>
              <a:t>Critical Diagnostic Gap: Bridging the gap between complex data and actionable medical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Classification Engine: To build a robust, automated classification system capable of predicting heart disease presence from patient attributes.</a:t>
            </a:r>
          </a:p>
          <a:p>
            <a:r>
              <a:t>Multi-Model Implementation: To implement and rigorously compare three distinct machine learning architectures: ANN, Naïve Bayes, and KNN.</a:t>
            </a:r>
          </a:p>
          <a:p>
            <a:r>
              <a:t>Performance Evaluation: To evaluate models based on Accuracy, Precision, and Recall to identify the most medically reliable algorithm for clinical use.</a:t>
            </a:r>
          </a:p>
          <a:p>
            <a:r>
              <a:t>Strategic Goals: Targeting precision in medical diagnostics.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Source: UCI Heart Disease Dataset containing 303 instances with 14 critical attributes.</a:t>
            </a:r>
          </a:p>
          <a:p>
            <a:r>
              <a:t>Data Cleaning: Handling missing values (imputation) and removing duplicates to ensure data integrity.</a:t>
            </a:r>
          </a:p>
          <a:p>
            <a:r>
              <a:t>Feature Scaling: Applied StandardScaler to normalize numerical features for optimal model convergence.</a:t>
            </a:r>
          </a:p>
          <a:p>
            <a:r>
              <a:t>Machine Learning Models: ANN (Backpropagation), Naïve Bayes, K-Nearest Neighbors (KNN).</a:t>
            </a:r>
          </a:p>
          <a:p>
            <a:r>
              <a:t>Implementation Stack: Python, Pandas, Scikit-Learn, Matplotlib.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 (Backpropagation): Handles complex, non-linear relationships in patient vitals by simulating neural pathways; ideal for detecting subtle patterns.</a:t>
            </a:r>
          </a:p>
          <a:p>
            <a:r>
              <a:t>Naïve Bayes: Provides a fast, probabilistic baseline using Bayes' theorem. Assumes feature independence for high-speed initial screening.</a:t>
            </a:r>
          </a:p>
          <a:p>
            <a:r>
              <a:t>K-Nearest Neighbors (KNN): Classifies patients based on physiological similarity to historical cases. The 'k' parameter is tuned to balance sensitivity and specificity.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Performing Model: The Artificial Neural Network (ANN) typically yields the highest accuracy (approx. 85-90%) by effectively mapping non-linear feature interactions.</a:t>
            </a:r>
          </a:p>
          <a:p>
            <a:r>
              <a:t>Critical Metric - Recall: In healthcare, Recall (Sensitivity) is paramount. A False Negative is life-threatening, whereas a False Positive merely leads to precautionary testing.</a:t>
            </a:r>
          </a:p>
          <a:p>
            <a:r>
              <a:t>[Placeholder: Insert Jupyter Notebook bar chart here comparing Accuracy, Precision, and Recall scores]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Success: Successfully created and validated a comparative diagnostic tool for reliable heart disease prediction using multi-model analysis.</a:t>
            </a:r>
          </a:p>
          <a:p>
            <a:r>
              <a:t>Clinical Integration: Future deployment into a secure web application interface to assist doctors with rapid "second opinion" diagnostics.</a:t>
            </a:r>
          </a:p>
          <a:p>
            <a:r>
              <a:t>IoT &amp; Wearables: Incorporation of real-time patient vitals from smartwatches and IoT devices for continuous health monitoring.</a:t>
            </a:r>
          </a:p>
          <a:p>
            <a:r>
              <a:t>Advanced Analytics: Implementation of an ensemble voting classifier to aggregate model predictions and minimize false negatives.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